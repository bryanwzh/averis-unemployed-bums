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331720"/>
            <a:ext cx="822960" cy="73152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  <a:latin typeface="Calibri"/>
              </a:rPr>
              <a:t>SDOC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>
                <a:solidFill>
                  <a:srgbClr val="FFFFFF"/>
                </a:solidFill>
                <a:latin typeface="Calibri"/>
              </a:rPr>
              <a:t>Shipping Document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B8C7D9"/>
                </a:solidFill>
                <a:latin typeface="Calibri"/>
              </a:rPr>
              <a:t>Catches the mismatches between a Shipping Instruction and its draft Bill of Lading, and hands anything uncertain to a human.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FA3BA"/>
                </a:solidFill>
                <a:latin typeface="Calibri"/>
              </a:rPr>
              <a:t>Averis-unemployed-bums  ·  Averis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Comparing documents by eye doesn't scale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219456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High volume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Hundreds of emails a day, each with an SI and a draft BL to check line by 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737360"/>
            <a:ext cx="73152" cy="219456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Messy formats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txt, PDF, Word and Excel, plus scans. The same field is labelled differently in each: "Load Port", "POL", "Port of Loading".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1856" y="1737360"/>
            <a:ext cx="73152" cy="2194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0456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Costly misses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0456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One wrong letter in a consignee name means an amended BL, delays and extra cost.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891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6B7280"/>
                </a:solidFill>
                <a:latin typeface="Calibri"/>
              </a:rPr>
              <a:t>Seven fields must agree: shipper, consignee, notify party, port of loading, port of discharge, container count, gross weight.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Every email in, a clear verdict 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260604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1  Classify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2240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Sort each email into 5 categories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737360"/>
            <a:ext cx="260604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1847088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2  Read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2304288"/>
            <a:ext cx="2240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Extract the 7 fields from both documents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737360"/>
            <a:ext cx="260604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847088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3  Compare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304288"/>
            <a:ext cx="2240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Normalize values and compare exactly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1737360"/>
            <a:ext cx="260604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600" y="1847088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4  Decide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2304288"/>
            <a:ext cx="2240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OK, MISMATCH or NEEDS REVIEW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114800"/>
            <a:ext cx="3566160" cy="1097280"/>
          </a:xfrm>
          <a:prstGeom prst="roundRect">
            <a:avLst>
              <a:gd name="adj" fmla="val 8000"/>
            </a:avLst>
          </a:prstGeom>
          <a:solidFill>
            <a:srgbClr val="E3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251960"/>
            <a:ext cx="3291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E8E5A"/>
                </a:solidFill>
                <a:latin typeface="Calibri"/>
              </a:rPr>
              <a:t>OK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E8E5A"/>
                </a:solidFill>
                <a:latin typeface="Calibri"/>
              </a:rPr>
              <a:t>All 7 fields match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5968" y="4114800"/>
            <a:ext cx="3566160" cy="1097280"/>
          </a:xfrm>
          <a:prstGeom prst="roundRect">
            <a:avLst>
              <a:gd name="adj" fmla="val 8000"/>
            </a:avLst>
          </a:prstGeom>
          <a:solidFill>
            <a:srgbClr val="FB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98848" y="4251960"/>
            <a:ext cx="3291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  <a:latin typeface="Calibri"/>
              </a:rPr>
              <a:t>MISMATCH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  <a:latin typeface="Calibri"/>
              </a:rPr>
              <a:t>Names the exact fields that differ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91856" y="4114800"/>
            <a:ext cx="3566160" cy="1097280"/>
          </a:xfrm>
          <a:prstGeom prst="roundRect">
            <a:avLst>
              <a:gd name="adj" fmla="val 8000"/>
            </a:avLst>
          </a:prstGeom>
          <a:solidFill>
            <a:srgbClr val="FD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4736" y="4251960"/>
            <a:ext cx="3291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77D0A"/>
                </a:solidFill>
                <a:latin typeface="Calibri"/>
              </a:rPr>
              <a:t>NEEDS REVIEW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C77D0A"/>
                </a:solidFill>
                <a:latin typeface="Calibri"/>
              </a:rPr>
              <a:t>Unreadable, wrong document, missing file or blank field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AI reads. Plain code decides.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Inbox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emails + attachments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6272" y="251460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6B7280"/>
                </a:solidFill>
                <a:latin typeface="Calibri"/>
              </a:rPr>
              <a:t>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2316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Classifier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rules: 5 categories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251460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6B7280"/>
                </a:solidFill>
                <a:latin typeface="Calibri"/>
              </a:rPr>
              <a:t>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Document reader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Claude AI (vision)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rule-based fallback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16752" y="251460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6B7280"/>
                </a:solidFill>
                <a:latin typeface="Calibri"/>
              </a:rPr>
              <a:t>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Normalizer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labels + values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51460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6B7280"/>
                </a:solidFill>
                <a:latin typeface="Calibri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8388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Comparator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deterministic code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251460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6B7280"/>
                </a:solidFill>
                <a:latin typeface="Calibri"/>
              </a:rPr>
              <a:t>&gt;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0412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Verdict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4984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JSON + web app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0233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B7280"/>
                </a:solidFill>
                <a:latin typeface="Calibri"/>
              </a:rPr>
              <a:t>Hosted on Streamlit Community Cloud, code on GitHub.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572000"/>
            <a:ext cx="10972800" cy="155448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4572000"/>
            <a:ext cx="73152" cy="155448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4681728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Why the split matters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5138928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Catching the exact defect fields carries half the score. A language model asked to judge could reason a real discrepancy away, so the AI only reads, and auditable code makes every decision.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IMPLEMENTATION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Built to escalate, not guess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201168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Reading many formats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50292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Label aliases map "Load Port", "POL" and "Port of Loading" to one field. Font-aware PDF parsing avoids column overlap. OCR backs up the rule-based reader.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737360"/>
            <a:ext cx="73152" cy="201168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84708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Normalizing values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304288"/>
            <a:ext cx="50292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Commas in weights, port codes like (SIKOP) and "6 x 40'HC" vs "6" are cleaned before comparing, so only real differences count.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31920"/>
            <a:ext cx="53949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931920"/>
            <a:ext cx="73152" cy="219456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04164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Escalation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498848"/>
            <a:ext cx="50292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Blank or placeholder fields, wrong document types, missing attachments and image-only scans all go to NEEDS REVIEW, with the reason.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931920"/>
            <a:ext cx="53949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3931920"/>
            <a:ext cx="73152" cy="219456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404164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Safe by default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498848"/>
            <a:ext cx="50292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If no AI key is available the system falls back to the rule-based reader automatically, so it keeps working.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EXAMPLE FROM THE SAMPLE INBOX (EMAIL_145)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A truncated company name, caught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10972800" cy="32918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B7280"/>
                </a:solidFill>
                <a:latin typeface="Calibri"/>
              </a:rPr>
              <a:t>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8288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B7280"/>
                </a:solidFill>
                <a:latin typeface="Calibri"/>
              </a:rPr>
              <a:t>Shipping Instruction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B7280"/>
                </a:solidFill>
                <a:latin typeface="Calibri"/>
              </a:rPr>
              <a:t>Draft Bill of Lading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8288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B7280"/>
                </a:solidFill>
                <a:latin typeface="Calibri"/>
              </a:rPr>
              <a:t>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Shipper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286000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APRIL FINE PAPER TRADING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28600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APRIL FINE PAPER TRADING (MIDDLE EAST) FZE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228600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C0392B"/>
                </a:solidFill>
                <a:latin typeface="Calibri"/>
              </a:rPr>
              <a:t>MISMATCH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92608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Consignee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926080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PACIFIC OFFICE (M) SDN BHD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92608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PACIFIC OFFICE (M) SDN BHD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292608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E8E5A"/>
                </a:solidFill>
                <a:latin typeface="Calibri"/>
              </a:rPr>
              <a:t>match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56616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Port of discharge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3566160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BUSAN, SOUTH KOREA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56616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BUSAN, SOUTH KOREA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356616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E8E5A"/>
                </a:solidFill>
                <a:latin typeface="Calibri"/>
              </a:rPr>
              <a:t>match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20624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Gross weight (kg)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4206240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313,380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2062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313,380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420624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E8E5A"/>
                </a:solidFill>
                <a:latin typeface="Calibri"/>
              </a:rPr>
              <a:t>match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3035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The legal suffix is missing on one document: easy to skim past, flagged instantly with the exact field named. A draft reply to the sender is generated automatically.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WHAT THE APP GIVES AN OPERATIONS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More than a yes or 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210312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Outcomes, most common defects and escalation reasons at a glance, plus the time saved.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737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737360"/>
            <a:ext cx="73152" cy="210312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Review queue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304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Cases a human must check, each with the reason and the next step.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1737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1856" y="1737360"/>
            <a:ext cx="73152" cy="21031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0456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Visual diff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0456" y="2304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The exact characters that differ are highlighted side by side.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023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023360"/>
            <a:ext cx="73152" cy="210312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33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Audit trail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590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Per field: value as read, normalised value and the rule applied. Fully traceable.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5968" y="4023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15968" y="4023360"/>
            <a:ext cx="73152" cy="210312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44568" y="4133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Compare and batch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4568" y="4590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Upload two files or many at once, auto-paired, with CSV and submission.json downloads.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91856" y="4023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91856" y="4023360"/>
            <a:ext cx="73152" cy="210312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0456" y="4133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Inbox browser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0456" y="4590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Click any of the 520 emails to see its category, verdict and fields.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OUTBOX, PLAYGROUND AND AI ASSIST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Closing the loop with the sender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566160" cy="228600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228600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Outbox (simulated)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 reply is drafted for every email. OK and mismatch replies are auto-sent; anything uncertain is held for a person. Nothing is really emailed.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737360"/>
            <a:ext cx="3566160" cy="228600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737360"/>
            <a:ext cx="73152" cy="228600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Playground and samples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304288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Nine ready-made cases, and a tool to break a document (change a weight, add a typo) and watch the verdict change live.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1737360"/>
            <a:ext cx="3566160" cy="228600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1856" y="1737360"/>
            <a:ext cx="73152" cy="22860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0456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AI second opinion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0456" y="2304288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For cases sent to a human, the AI offers an advisory read. It can never change the verdict.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06240"/>
            <a:ext cx="1097280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20624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315968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AI polish, with guard rails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773168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Any draft reply can be reworded by AI. The rewrite is rejected unless every original value appears unchanged and no new numbers are added. Cost controls: an access code, a hard off-switch, and cached reads.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What we ran into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219456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Label variants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The same field appears under many names across formats and documents.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737360"/>
            <a:ext cx="73152" cy="219456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PDF text corruption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Long labels ran into their values and scrambled the text. Splitting by font weight fixed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1856" y="1737360"/>
            <a:ext cx="73152" cy="2194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0456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Scanned documents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0456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Image-only pages can't be trusted, so they always go to a human.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114800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114800"/>
            <a:ext cx="73152" cy="201168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2452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Inconsistent AI output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681728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The AI sometimes shortened a port name on one document but not the other, creating false mismatches. We tightened the prompt, and scans always go to a human.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4114800"/>
            <a:ext cx="5303520" cy="201168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4114800"/>
            <a:ext cx="73152" cy="201168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4224528"/>
            <a:ext cx="493775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A stray space in the API key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4681728"/>
            <a:ext cx="4937759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An invisible trailing character broke every request. The key is now trimmed in code.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MEASURED WITH THE ORGANIZER'S SCORER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Results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120640" cy="301752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206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7200" b="1">
                <a:solidFill>
                  <a:srgbClr val="FFFFFF"/>
                </a:solidFill>
                <a:latin typeface="Calibri"/>
              </a:rPr>
              <a:t>1.0000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51206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B8C7D9"/>
                </a:solidFill>
                <a:latin typeface="Calibri"/>
              </a:rPr>
              <a:t>Final score, rule-based reader</a:t>
            </a:r>
          </a:p>
          <a:p>
            <a:pPr algn="ctr">
              <a:spcAft>
                <a:spcPts val="600"/>
              </a:spcAft>
            </a:pPr>
            <a:r>
              <a:rPr sz="1500" b="0">
                <a:solidFill>
                  <a:srgbClr val="B8C7D9"/>
                </a:solidFill>
                <a:latin typeface="Calibri"/>
              </a:rPr>
              <a:t>520 emails, 46/46 defects caught, 20/20 escalations right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737360"/>
            <a:ext cx="5577840" cy="14173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35040" y="1737360"/>
            <a:ext cx="73152" cy="141732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847088"/>
            <a:ext cx="52120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Live web 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304288"/>
            <a:ext cx="521207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Upload two documents or browse the sample inbox, in any browser, no sign-in.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3337560"/>
            <a:ext cx="5577840" cy="14173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5040" y="3337560"/>
            <a:ext cx="73152" cy="141732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3447288"/>
            <a:ext cx="52120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AI reading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904487"/>
            <a:ext cx="521207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Claude reads every format including scans. Decisions stay in plain code.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12064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Also verified on four freshly generated datasets. The AI reader is optional and advisory; the submitted results come from the rule-based reader.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FUTURE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Where this goes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More documents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5029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Invoices, packing lists and certificates of origin.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84708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More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304288"/>
            <a:ext cx="5029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Vessel, voyage, cargo description and HS code.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3192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93192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04164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Real sending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498848"/>
            <a:ext cx="5029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Connect the Outbox to a mailbox so approved replies really go out.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93192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393192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404164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System integration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498848"/>
            <a:ext cx="5029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Connect to the mailbox and carrier systems so checks run automatically.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