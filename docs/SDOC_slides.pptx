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SDOC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[Team name]  ·  Averis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email at a glance: outcomes, most common defects, and reasons for escalation.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Draft replies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ready-to-send message to the sender listing the discrepancies.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Batch mode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Drop many SI/BL files at once, auto-paired by name, with a CSV of results.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MEASURED WITH THE ORGANIZER'S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Final score, rule-based reader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documents or browse the sample inbox, in any browser, no sign-in.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Claude reads every format including scans. Decisions stay in plain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77D0A"/>
                </a:solidFill>
                <a:latin typeface="Calibri"/>
              </a:rPr>
              <a:t>[Fill in the AI-reader score here after the full AI run, or remove this line.]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One-click approve or fix for every NEEDS REVIEW item, with an audit log.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System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to the mailbox and carrier systems so checks run automatically.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