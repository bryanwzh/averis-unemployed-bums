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31720"/>
            <a:ext cx="822960" cy="73152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SDOC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Calibri"/>
              </a:rPr>
              <a:t>Shipping Document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8C7D9"/>
                </a:solidFill>
                <a:latin typeface="Calibri"/>
              </a:rPr>
              <a:t>Catches the mismatches between a Shipping Instruction and its draft Bill of Lading, and hands anything uncertain to a human.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FA3BA"/>
                </a:solidFill>
                <a:latin typeface="Calibri"/>
              </a:rPr>
              <a:t>[Team name]  ·  Averis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Comparing documents by eye doesn't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219456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High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Hundreds of emails a day, each with an SI and a draft BL to check line by 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737360"/>
            <a:ext cx="73152" cy="2194560"/>
          </a:xfrm>
          <a:prstGeom prst="rect">
            <a:avLst/>
          </a:prstGeom>
          <a:solidFill>
            <a:srgbClr val="C7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Messy 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txt, PDF, Word and Excel, plus scans. The same field is labelled differently in each: "Load Port", "POL", "Port of Loading".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1856" y="1737360"/>
            <a:ext cx="73152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Costly misses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One wrong letter in a consignee name means an amended BL, delays and extra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B7280"/>
                </a:solidFill>
                <a:latin typeface="Calibri"/>
              </a:rPr>
              <a:t>Seven fields must agree: shipper, consignee, notify party, port of loading, port of discharge, container count, gross weight.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Every email in, a clear verdict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1  Classify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Sort each email into 5 categories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73736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4708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2 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304288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Extract the 7 fields from both documents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84708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3  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04288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Normalize values and compare exactly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73736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73736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84708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4  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304288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OK, MISMATCH or NEEDS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1480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519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8E5A"/>
                </a:solidFill>
                <a:latin typeface="Calibri"/>
              </a:rPr>
              <a:t>OK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E8E5A"/>
                </a:solidFill>
                <a:latin typeface="Calibri"/>
              </a:rPr>
              <a:t>All 7 fields 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411480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42519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MISMATCH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Names the exact fields that differ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411480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42519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77D0A"/>
                </a:solidFill>
                <a:latin typeface="Calibri"/>
              </a:rPr>
              <a:t>NEEDS REVIEW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C77D0A"/>
                </a:solidFill>
                <a:latin typeface="Calibri"/>
              </a:rPr>
              <a:t>Unreadable, wrong document, missing file or blank field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AI reads. Plain code decides.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Inbox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emails + attachments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51460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B7280"/>
                </a:solidFill>
                <a:latin typeface="Calibri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01168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14884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rules: 5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251460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B7280"/>
                </a:solidFill>
                <a:latin typeface="Calibr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01168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14884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Document reader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Claude AI (vision)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rule-based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251460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B7280"/>
                </a:solidFill>
                <a:latin typeface="Calibri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01168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4884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Normalizer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labels +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51460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B7280"/>
                </a:solidFill>
                <a:latin typeface="Calibri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201168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14884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Comparator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deterministic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51460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B7280"/>
                </a:solidFill>
                <a:latin typeface="Calibri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201168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214884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6974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JSON + web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Hosted on Streamlit Community Cloud, code on GitHub.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572000"/>
            <a:ext cx="10972800" cy="15544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572000"/>
            <a:ext cx="73152" cy="15544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6817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Why the split matters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13892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Catching the exact defect fields carries half the score. A language model asked to judge could reason a real discrepancy away, so the AI only reads, and auditable code makes every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Built to escalate, not guess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20116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Reading many formats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Label aliases map "Load Port", "POL" and "Port of Loading" to one field. Font-aware PDF parsing avoids column overlap. OCR backs up the rule-based reader.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73152" cy="20116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47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Normalizing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04288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Commas in weights, port codes like (SIKOP) and "6 x 40'HC" vs "6" are cleaned before comparing, so only real differences 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73152" cy="2194560"/>
          </a:xfrm>
          <a:prstGeom prst="rect">
            <a:avLst/>
          </a:prstGeom>
          <a:solidFill>
            <a:srgbClr val="C7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4164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Escalation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98848"/>
            <a:ext cx="5029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Blank or placeholder fields, wrong document types, missing attachments and image-only scans all go to NEEDS REVIEW, with the reason.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73152" cy="21945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04164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Safe by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498848"/>
            <a:ext cx="5029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If no AI key is available the system falls back to the rule-based reader automatically, so it keeps working.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EXAMPLE FROM THE SAMPLE INBOX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A one-letter difference, caught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72800" cy="31089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Shipping Instruction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Bill of Lading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Shipper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APRIL FAR EAST (M) SDN BHD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APRIL FAR EAST (M) SDN BHD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2860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8E5A"/>
                </a:solidFill>
                <a:latin typeface="Calibri"/>
              </a:rPr>
              <a:t>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346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Consignee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8346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AL GURQ STATIONERY LLC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AL GURG STATIONERY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8346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MISMATCH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832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Notify party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3832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AL GURQ STATIONERY LLC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AL GURG STATIONERY LLC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33832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MISMATCH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3192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Gross weight (kg)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9319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128544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128544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9319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8E5A"/>
                </a:solidFill>
                <a:latin typeface="Calibri"/>
              </a:rPr>
              <a:t>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Easy to miss by eye, flagged instantly with the exact fields named. The reviewer opens the two documents already knowing where to look.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What we ran into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219456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Label variants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The same field appears under many names across formats and documents.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737360"/>
            <a:ext cx="73152" cy="2194560"/>
          </a:xfrm>
          <a:prstGeom prst="rect">
            <a:avLst/>
          </a:prstGeom>
          <a:solidFill>
            <a:srgbClr val="C7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PDF text corruption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Long labels ran into their values and scrambled the text. Splitting by font weight fixed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373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1856" y="1737360"/>
            <a:ext cx="73152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8470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Scanned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304288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Image-only pages can't be trusted, so they always go to a human.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73152" cy="20116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245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Inconsistent AI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81728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The AI sometimes shortened a port name on one document but not the other, creating false mismatches. We tightened the prompt to copy values exactly as printed.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114800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114800"/>
            <a:ext cx="73152" cy="20116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224528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A stray space in the API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681728"/>
            <a:ext cx="49377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An invisible trailing character broke every request. The key is now trimmed in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MEASURED WITH THE ORGANIZER'S SCORER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120640" cy="30175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200" b="1">
                <a:solidFill>
                  <a:srgbClr val="FFFFFF"/>
                </a:solidFill>
                <a:latin typeface="Calibri"/>
              </a:rPr>
              <a:t>1.0000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C7D9"/>
                </a:solidFill>
                <a:latin typeface="Calibri"/>
              </a:rPr>
              <a:t>Final score, rule-based reader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C7D9"/>
                </a:solidFill>
                <a:latin typeface="Calibri"/>
              </a:rPr>
              <a:t>520 emails, 46/46 defects caught, 20/20 escalations right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7373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737360"/>
            <a:ext cx="73152" cy="141732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47088"/>
            <a:ext cx="5212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Live web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304288"/>
            <a:ext cx="52120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Upload two documents or browse the sample inbox, in any browser, no sign-in.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3375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3337560"/>
            <a:ext cx="73152" cy="14173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447288"/>
            <a:ext cx="5212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AI reading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904487"/>
            <a:ext cx="52120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Claude reads every format including scans. Decisions stay in plain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77D0A"/>
                </a:solidFill>
                <a:latin typeface="Calibri"/>
              </a:rPr>
              <a:t>[Fill in the AI-reader score here after the full AI run, or remove this line.]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9F9A"/>
                </a:solidFill>
                <a:latin typeface="Calibri"/>
              </a:rP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B1F3A"/>
                </a:solidFill>
                <a:latin typeface="Calibri"/>
              </a:rPr>
              <a:t>Where this goes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More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Invoices, packing lists and certificates of origin.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470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More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04288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Vessel, voyage, cargo description and HS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4164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Review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98848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One-click approve or fix for every NEEDS REVIEW item, with an audit log.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73152" cy="192024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04164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System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498848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Connect to the mailbox and carrier systems so checks run automatically.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