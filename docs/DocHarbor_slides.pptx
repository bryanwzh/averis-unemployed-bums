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822960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DocHarbor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Shipping Document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8C7D9"/>
                </a:solidFill>
                <a:latin typeface="Calibri"/>
              </a:rPr>
              <a:t>Catches the mismatches between a Shipping Instruction and its draft Bill of Lading, and hands anything uncertain to a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3BA"/>
                </a:solidFill>
                <a:latin typeface="Calibri"/>
              </a:rPr>
              <a:t>Averis-unemployed-bums  ·  Averis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Comparing documents by eye doesn't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1945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High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Hundreds of emails a day, each with an SI and a draft BL to check line by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Messy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txt, PDF, Word and Excel, plus scans. The same field is labelled differently in each: "Load Port", "POL", "Port of Loading".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Costly misses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One wrong letter in a consignee name means an amended BL, delays and extra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Seven fields must agree: shipper, consignee, notify party, port of loading, port of discharge, container count, gross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Every email in, a clear verdict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1 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Sort each email into 5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2 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Extract the 7 fields from both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3 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Normalize values and compare exactly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4 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OK, MISMATCH or NEEDS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8E5A"/>
                </a:solidFill>
                <a:latin typeface="Calibri"/>
              </a:rPr>
              <a:t>OK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E8E5A"/>
                </a:solidFill>
                <a:latin typeface="Calibri"/>
              </a:rPr>
              <a:t>All 7 fields 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MISMATCH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Names the exact fields that differ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0A"/>
                </a:solidFill>
                <a:latin typeface="Calibri"/>
              </a:rPr>
              <a:t>NEEDS REVIEW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0A"/>
                </a:solidFill>
                <a:latin typeface="Calibri"/>
              </a:rPr>
              <a:t>Unreadable, wrong document, missing file or blank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AI reads. Plain code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emails + attachments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rules: 5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Document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Claude AI (vision)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rule-based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Normalizer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labels +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Comparator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deterministic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JSON +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Hosted on Streamlit Community Cloud, code on GitHub.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73152" cy="15544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6817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Why the split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3892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Catching the exact defect fields carries half the score. A language model asked to judge could reason a real discrepancy away, so the AI only reads, and auditable code makes every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Built to escalate, not guess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Reading many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Label aliases map "Load Port", "POL" and "Port of Loading" to one field. Font-aware PDF parsing avoids column overlap. OCR backs up the rule-based reader.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Normalizing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Commas in weights, port codes like (SIKOP) and "6 x 40'HC" vs "6" are cleaned before comparing, so only real differences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Escalation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Blank or placeholder fields, wrong document types, missing attachments and image-only scans all go to NEEDS REVIEW, with the reason.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73152" cy="21945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Safe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98848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If no AI key is available the system falls back to the rule-based reader automatically, so it keeps 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EXAMPLE FROM THE SAMPLE INBOX (EMAIL_145)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A truncated company name, caught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Shipping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Draft Bill of Lading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828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Shipper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APRIL FINE PAPER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APRIL FINE PAPER TRADING (MIDDLE EAST) FZE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286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Consignee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260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PACIFIC OFFICE (M) SDN BHD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PACIFIC OFFICE (M) SDN BHD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26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5A"/>
                </a:solidFill>
                <a:latin typeface="Calibri"/>
              </a:rPr>
              <a:t>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Port of discharge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5661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BUSAN, SOUTH KOREA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BUSAN, SOUTH KOREA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566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5A"/>
                </a:solidFill>
                <a:latin typeface="Calibri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Gross weight (kg)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062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313,380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313,380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5A"/>
                </a:solidFill>
                <a:latin typeface="Calibri"/>
              </a:rPr>
              <a:t>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legal suffix is missing on one document: easy to skim past, flagged instantly with the exact field named. A draft reply to the sender is generated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WHAT THE APP GIVES AN OPERATIONS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More than a yes or 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10312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Outcomes, most common defects and escalation reasons at a glance, plus the time saved.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10312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Review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Cases a human must check, each with the reason and the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Visual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exact characters that differ are highlighted side by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73152" cy="21031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90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Per field: value as read, normalised value and the rule applied. Fully traceable.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023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023360"/>
            <a:ext cx="73152" cy="210312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133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Compare and 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590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Upload two files or many at once, auto-paired, with CSV and submission.json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4023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1856" y="4023360"/>
            <a:ext cx="73152" cy="210312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4133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Inbox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590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Click any of the 520 emails to see its category, verdict and fields.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OUTBOX, PLAYGROUND AND AI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Closing the loop with the sender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28600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Outbox (simulated)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reply is drafted for every email. OK and mismatch replies are auto-sent; anything uncertain is held for a person. Nothing is really emailed.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28600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Playground and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Nine ready-made cases, and a tool to break a document (change a weight, add a typo) and watch the verdict change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286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AI second opinion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For cases sent to a human, the AI offers an advisory read. It can never change the verdict.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97280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1596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AI polish, with guard 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73168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Any draft reply can be reworded by AI. The rewrite is rejected unless every original value appears unchanged and no new numbers are added. Cost controls: an access code, a hard off-switch, and cached reads.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What we ran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1945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Label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same field appears under many names across formats and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PDF text corruption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Long labels ran into their values and scrambled the text. Splitting by font weight fixed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Scanned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Image-only pages can't be trusted, so they always go to a human.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Inconsistent AI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AI sometimes shortened a port name on one document but not the other, creating false mismatches. We tightened the prompt, and scans always go to a human.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1148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800"/>
            <a:ext cx="73152" cy="20116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224528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 stray space in the API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81728"/>
            <a:ext cx="49377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 invisible trailing character broke every request. The key is now trimmed in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BOTH READERS CHECKED WITH THE ORGANIZER'S OFFICIAL SCORER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Results, measured, not estimated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30175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1.0000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7D9"/>
                </a:solidFill>
                <a:latin typeface="Calibri"/>
              </a:rPr>
              <a:t>Two independent readers, the same perfect score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7D9"/>
                </a:solidFill>
                <a:latin typeface="Calibri"/>
              </a:rPr>
              <a:t>520 emails, 46/46 defects caught, 20/20 escalations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37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73152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47088"/>
            <a:ext cx="521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AI reader -- measured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04288"/>
            <a:ext cx="52120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1.0000, run for real with a live API key: 240 Claude calls, 220/220 comparisons exactly right, 46/46 defects caught.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37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3337560"/>
            <a:ext cx="73152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447288"/>
            <a:ext cx="521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Rule-based reader -- zero API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04487"/>
            <a:ext cx="52120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same 1.0000, with no key needed. What's live in the app by default.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Also validated: 4 independently generated datasets, 26 unit tests, 43 real-browser checks. Live web app: upload two documents or browse the sample inbox, in any browser, no sign-in.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THIS IS THE PRELIMINARY ROUND ENTRY —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What we'd build for the Final 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More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Invoices, packing lists and certificates of origin.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More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Vessel, voyage, cargo description and HS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Real mailbox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Replace the simulated Outbox with a real inbox and real sending.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One-click 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9884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Approve or fix any NEEDS REVIEW case in one click, with an audit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The brief for the Final Round asks for an extension and improvement of this entry — this is that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