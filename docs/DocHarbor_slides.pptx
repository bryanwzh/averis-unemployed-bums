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DocHarbor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Averis-unemployed-bums  ·  Averis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Outcomes, most common defects and escalation reasons at a glance, plus the time saved.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Compare and 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files or many at once, auto-paired, with CSV and submission.json downloads.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Inbox browser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Click any of the 520 emails to see its category, verdict and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OUTBOX, PLAYGROUND AND AI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Closing the loop with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28600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Outbox (simulated)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reply is drafted for every email. OK and mismatch replies are auto-sent; anything uncertain is held for a person. Nothing is really emailed.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28600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Playground and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Nine ready-made cases, and a tool to break a document (change a weight, add a typo) and watch the verdict change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28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second 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 cases sent to a human, the AI offers an advisory read. It can never change the verdict.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7280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polish, with guard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7316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Any draft reply can be reworded by AI. The rewrite is rejected unless every original value appears unchanged and no new numbers are added. Cost controls: an access code, a hard off-switch, and cached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MEASURED WITH THE ORGANIZER'S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Final score, rule-based reader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documents or browse the sample inbox, in any browser, no sign-in.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Claude reads every format including scans. Decisions stay in plain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Also verified on four freshly generated datasets. The AI reader is optional and advisory; the submitted results come from the rule-based reader.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Real sending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the Outbox to a mailbox so approved replies really go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System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to the mailbox and carrier systems so checks run automatically.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